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🌙 Luna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Intelligent Real Estate AI for One Development | UAE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Welcome to Luna</a:t>
            </a:r>
          </a:p>
        </p:txBody>
      </p:sp>
      <p:pic>
        <p:nvPicPr>
          <p:cNvPr id="4" name="Picture 3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9144000" cy="5143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0" y="1097280"/>
            <a:ext cx="3657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24/7 AI assistant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UAE real estate expert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Instant responses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Suggested questions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• Modern UI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What is Luna?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AI-powered virtual assistant for One Development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24/7 customer support and lead generation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Built with GPT-4o-mini + LangGraph + DeepAgents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Knows UAE real estate market inside-out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Remembers user preferences and conversation context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Never says "I don't know" - always provides next steps</a:t>
            </a:r>
          </a:p>
        </p:txBody>
      </p:sp>
      <p:pic>
        <p:nvPicPr>
          <p:cNvPr id="5" name="Picture 4" descr="02_luna_full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🛠️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Django 5.0 + Django REST Framework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PostgreSQL database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ChromaDB vector database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LangGraph → DeepAgents migration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OpenAI GPT-4o-mini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Celery for async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React 18.2 with modern hooks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Real-time streaming responses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Cursor-style thinking display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Responsive mobile design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PWA support (iOS/Android)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Purple gradient theme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✨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🔍 Multi-source search (PropertyFinder, Bayut, oneuae.com)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📄 PDF upload system - admin uploads, Luna learns instantly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🧠 Semantic search with ChromaDB embeddings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💬 Streaming responses with real-time thinking display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🎯 Intent classification (10+ categories)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📊 Lead capture and qualification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🎬 Photorealistic Avatar &amp; Voice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🎤 Microsoft Neural TTS (400+ voice options)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💰 ElevenLabs quality at $0 cost!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🎬 LivePortrait/SadTalker lip-sync video generation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🖥️ RTX GPU processing via ngrok tunnel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⚡ Target: &lt;5 second video generation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☁️ AWS GPU upgrade path (g5.2xlarge recommended)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966BFC"/>
                </a:solidFill>
              </a:defRPr>
            </a:pPr>
            <a:r>
              <a:t>📱 Responsive Design - Works on All Devices</a:t>
            </a:r>
          </a:p>
        </p:txBody>
      </p:sp>
      <p:pic>
        <p:nvPicPr>
          <p:cNvPr id="4" name="Picture 3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3810000" cy="2143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7132320"/>
            <a:ext cx="381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Desktop (1920x1080)</a:t>
            </a:r>
          </a:p>
        </p:txBody>
      </p:sp>
      <p:pic>
        <p:nvPicPr>
          <p:cNvPr id="6" name="Picture 5" descr="05_luna_tab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1097280"/>
            <a:ext cx="3810000" cy="508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81600" y="7132320"/>
            <a:ext cx="381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Tablet (768x1024)</a:t>
            </a:r>
          </a:p>
        </p:txBody>
      </p:sp>
      <p:pic>
        <p:nvPicPr>
          <p:cNvPr id="8" name="Picture 7" descr="04_luna_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1097280"/>
            <a:ext cx="3810000" cy="82452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48800" y="7132320"/>
            <a:ext cx="381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Mobile (390x844)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🧠 AI 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1. Load Memory - Retrieve user preferences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2. Analyze Input - Extract entities and concepts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3. Retrieve Context - Semantic search in vector DB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4. Web Search - Query 7+ external sources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5. Classify Intent - Determine query category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6. Generate Response - Create helpful answer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7. Update Memory - Store for future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📊 Performance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Response time: &lt; 2 seconds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Streaming: Real-time token display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Video gen: 3-5s (with AWS GPU)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Uptime: 99.9%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Unlimited concurrent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1887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288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24/7 availability vs business hours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80%+ routine inquiries automated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Lead capture in every conversation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85% reduction in "I don't know"</a:t>
            </a:r>
          </a:p>
          <a:p>
            <a:pPr>
              <a:spcBef>
                <a:spcPts val="800"/>
              </a:spcBef>
              <a:defRPr sz="2000">
                <a:solidFill>
                  <a:srgbClr val="FFFFFF"/>
                </a:solidFill>
              </a:defRPr>
            </a:pPr>
            <a:r>
              <a:t>• ~$206,000/year savings vs human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⚡ AWS GPU Upgrade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2801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Current: RTX 4050 laptop via ngrok (15-25s)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g4dn.xlarge (T4): 10-15s - $0.53/hr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g6.xlarge (L4): 3-5s - $0.80/hr ⭐ Best Value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g5.2xlarge (A10G): 3-5s - $1.21/hr ⭐ Recommended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Spot instances: 60-70% cost savings!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Monthly cost: ~$96-290 for sub-5s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966BFC"/>
                </a:solidFill>
              </a:defRPr>
            </a:pPr>
            <a:r>
              <a:t>🌐 Live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Frontend: http://13.62.188.127:3000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Backend API: http://13.62.188.127:8000/api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Admin Panel: http://13.62.188.127:8000/admin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Hosted on AWS EC2 (eu-north-1)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Docker containerized deployment</a:t>
            </a:r>
          </a:p>
          <a:p>
            <a:pPr>
              <a:spcBef>
                <a:spcPts val="1200"/>
              </a:spcBef>
              <a:defRPr sz="2200">
                <a:solidFill>
                  <a:srgbClr val="FFFFFF"/>
                </a:solidFill>
              </a:defRPr>
            </a:pPr>
            <a:r>
              <a:t>• Automated daily backups</a:t>
            </a:r>
          </a:p>
        </p:txBody>
      </p:sp>
      <p:pic>
        <p:nvPicPr>
          <p:cNvPr id="5" name="Picture 4" descr="01_luna_welc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68580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🚀 Luna AI -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966BFC"/>
                </a:solidFill>
              </a:defRPr>
            </a:pPr>
            <a:r>
              <a:t>AI chatbot with photorealistic talking face • UAE real estate expert • Reads PDFs • Never says "I don't know" 😎🌙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