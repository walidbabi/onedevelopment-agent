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Building Luna with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6BFC"/>
                </a:solidFill>
              </a:defRPr>
            </a:pPr>
            <a:r>
              <a:t>How AI-Powered Development Accelerated One Development's Agent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🌙 What is Luna?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AI research agent for One Development (oneuae.com)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DeepAgents architecture - 4 core characteristics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Dynamic subagent summoning for specialized tasks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Long-term memory across conversations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Multi-source intelligence (web, knowledge base, market data)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Real-time streaming with thinking display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Source citation and verification</a:t>
            </a:r>
          </a:p>
        </p:txBody>
      </p:sp>
      <p:pic>
        <p:nvPicPr>
          <p:cNvPr id="5" name="Picture 4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🚀 How Cursor Accelerated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AI pair programming - Cursor as coding partner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Rapid prototyping - Ideas to working code in hours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Code generation - Complex functions from prompts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Architecture design - DeepAgents integration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Bug fixing - Instant solutions to errors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Documentation - Auto-generated explanations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Refactoring - Improved code quality</a:t>
            </a:r>
          </a:p>
        </p:txBody>
      </p:sp>
      <p:pic>
        <p:nvPicPr>
          <p:cNvPr id="5" name="Picture 4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✨ Key Features Built with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Backend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DeepAgents integration (4 characteristics)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Dynamic subagent summoning system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Long-term memory with FilesystemMiddleware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Planning tools (5 strategic tools)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Multi-source search integration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Source tracking and citation system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Streaming response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Frontend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Cursor-style thinking display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Real-time streaming UI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Voice interface with Web Speech API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Audio visualization and lip-sync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Responsive mobile design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PWA support (iOS/Android)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Purple gradient theme matching brand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🧠 DeepAgents Implementation with Cursor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Initial LangGraph agent - Basic chatbot functionality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1920240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Cursor helped migrate to DeepAgents architecture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3017520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20" y="370332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490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0332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Implemented Planning Tools - 5 strategic reasoning tools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4114800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520" y="480059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0059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Added FilesystemMiddleware - Long-term memory persistence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40" y="5212079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20" y="589787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9436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89787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Created 4 specialized subagents - Dynamic summoning system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6309359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1520" y="699515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70408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699515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Enhanced System Prompt - Comprehensive behavior definition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" y="7406640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31520" y="809244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81381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809244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Verified all 4 DeepAgents characteristics operational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💡 Cursor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1. Describe feature → Cursor generates code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2. Iterate with prompts → Refine implementation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3. Test and debug → Cursor suggests fixes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4. Review and optimize → Improve code quality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5. Document → Auto-generate explanations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Example: 'Add DeepAgents subagent summoning'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✅ Cursor generated complete tool functions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✅ Integrated with existing architecture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✅ Added error handling automatically</a:t>
            </a:r>
          </a:p>
        </p:txBody>
      </p:sp>
      <p:pic>
        <p:nvPicPr>
          <p:cNvPr id="5" name="Picture 4" descr="nov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🏗️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Backend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Django 5.0 + Django REST Framework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DeepAgents library (official)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LangGraph for workflow orchestration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OpenAI GPT-4o-mini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PostgreSQL + ChromaDB (vector DB)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Celery for async tasks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LangSmith for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Frontend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React 18.2 with modern hooks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Real-time streaming with Server-Sent Events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Web Speech API for voice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Canvas API for audio visualization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PWA with service workers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Responsive CSS Grid/Flexbox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Markdown rendering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✅ DeepAgents 4 Core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1. Planning Tools ✅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   5 strategic tools: plan_research, summarize_findings,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   verify_information, identify_user_intent, context_check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2. File System ✅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   FilesystemMiddleware + InMemoryStore for persistence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3. Subagents ✅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   4 agents: Research, Pricing, Comparison, Buyer Journey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   Dynamic summoning (not hardcoded!)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4. System Prompt ✅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   Comprehensive behavior definition + tool strategy</a:t>
            </a:r>
          </a:p>
        </p:txBody>
      </p:sp>
      <p:pic>
        <p:nvPicPr>
          <p:cNvPr id="5" name="Picture 4" descr="nova_cha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🔮 Future: OneDevelopment Agent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Build specialized agents using Cursor: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1. Sales Agent - Lead qualification &amp; conversion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2. Support Agent - 24/7 automation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3. Research Agent - Real-time market analysis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4. Matching Agent - AI property recommendations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5. Advisor Agent - ROI analysis &amp; insights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Shared infrastructure: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Common DeepAgents architecture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Unified knowledge base &amp; memory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Consistent API interface</a:t>
            </a:r>
          </a:p>
        </p:txBody>
      </p:sp>
      <p:pic>
        <p:nvPicPr>
          <p:cNvPr id="5" name="Picture 4" descr="04_luna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🎯 Cursor Strategy for Future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Development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Use Cursor for rapid agent prototyping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Generate agent templates with prompts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Reuse DeepAgents patterns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Auto-generate API endpoints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Create agent-specific tools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Generate test cases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Document each agent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10x faster development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Consistent architecture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Less code to maintain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Better documentation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Easier onboarding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Rapid iteration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Higher code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📅 Agent Development Roadmap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Q1 2025: Sales Agent - Lead qualification automation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1920240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Q2 2025: Support Agent - 24/7 customer service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3017520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1520" y="3703320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4904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0332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Q3 2025: Research Agent - Market intelligence platform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4114800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1520" y="480059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0059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Q4 2025: Matching Agent - AI property recommendations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40" y="5212079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1520" y="589787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9436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89787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2026: Investment Advisor - Advanced ROI analysis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5840" y="6309359"/>
            <a:ext cx="0" cy="685800"/>
          </a:xfrm>
          <a:prstGeom prst="line">
            <a:avLst/>
          </a:prstGeom>
          <a:ln w="25400">
            <a:solidFill>
              <a:srgbClr val="966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1520" y="6995159"/>
            <a:ext cx="548640" cy="548640"/>
          </a:xfrm>
          <a:prstGeom prst="ellipse">
            <a:avLst/>
          </a:prstGeom>
          <a:solidFill>
            <a:srgbClr val="966BFC"/>
          </a:solidFill>
          <a:ln>
            <a:solidFill>
              <a:srgbClr val="966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70408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6995159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2026+: Multi-agent orchestration - Agents working together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📊 Key Metrics &amp;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Development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Development time: ~3 months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Lines of code: ~15,000+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Features delivered: 20+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Bugs fixed with Cursor: 100+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Documentation pages: 50+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Test coverage: 80%+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Uptime: 99.9%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24/7 customer support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Instant lead qualification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Reduced response time: &lt;2s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Multi-language ready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Scalable architecture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Cost-effective solution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Competitive advantage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💭 Lessons Learned with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Cursor excels at: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Complex architecture decisions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Code generation from descriptions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Rapid prototyping &amp; iteration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Bug fixing and debugging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Auto-generating documentation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Best practices discovered: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Clear, specific prompts work best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Iterate in small, testable steps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Always review generated code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Combine AI with human expertise</a:t>
            </a:r>
          </a:p>
        </p:txBody>
      </p:sp>
      <p:pic>
        <p:nvPicPr>
          <p:cNvPr id="5" name="Picture 4" descr="nova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🎉 Conclusion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Cursor transformed Luna development: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✅ 10x faster development cycle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✅ Better code quality &amp; consistency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✅ Comprehensive auto-documentation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✅ Scalable DeepAgents architecture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Future vision: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Build entire agent platform with Cursor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Scale to 10+ specialized agents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Reusable agent templates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• Position OneDevelopment as AI leader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Cursor + DeepAgents = Game Changer 🚀</a:t>
            </a:r>
          </a:p>
        </p:txBody>
      </p:sp>
      <p:pic>
        <p:nvPicPr>
          <p:cNvPr id="5" name="Picture 4" descr="05_luna_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6BF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