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Luna AI with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6BFC"/>
                </a:solidFill>
              </a:defRPr>
            </a:pPr>
            <a:r>
              <a:t>Complete Overview of OneDevelopment-Agent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📊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Luna - AI research agent for One Development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Built with Cursor AI-powered development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Migrated from LangGraph to DeepAgents (Dec 2025)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Full-stack: Django backend + React frontend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Avatar service with OpenAI TTS + SadTalker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Real-time streaming with source citation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24/7 customer support &amp; lead generation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Live deployment on AWS EC2</a:t>
            </a:r>
          </a:p>
        </p:txBody>
      </p:sp>
      <p:pic>
        <p:nvPicPr>
          <p:cNvPr id="5" name="Picture 4" descr="01_lun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🔄 Tech Stack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Previous (LangGraph)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Manual StateGraph construction</a:t>
            </a:r>
          </a:p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474 lines of agent code</a:t>
            </a:r>
          </a:p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Complex graph wiring</a:t>
            </a:r>
          </a:p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Manual streaming implementation</a:t>
            </a:r>
          </a:p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Custom checkpointing</a:t>
            </a:r>
          </a:p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Hard to maintain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Current (DeepAgents)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Simple create_deep_agent()</a:t>
            </a:r>
          </a:p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400 lines (20% reduction)</a:t>
            </a:r>
          </a:p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Declarative configuration</a:t>
            </a:r>
          </a:p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Built-in streaming</a:t>
            </a:r>
          </a:p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Automatic checkpointing</a:t>
            </a:r>
          </a:p>
          <a:p>
            <a:pPr>
              <a:spcBef>
                <a:spcPts val="600"/>
              </a:spcBef>
              <a:defRPr sz="1900">
                <a:solidFill>
                  <a:srgbClr val="FFFFFF"/>
                </a:solidFill>
              </a:defRPr>
            </a:pPr>
            <a:r>
              <a:t>• Easy to extend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🏗️ DeepAgents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DeepAgents = LangGraph + Simplified Interface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4 Core Characteristics: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1. Planning Tools (5 strategic tools)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2. File System (FilesystemMiddleware + persistence)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3. Subagents (4 specialized agents)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4. System Prompt (comprehensive behavior)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Dynamic subagent summoning (NOT hardcoded!)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Long-term memory in /memories/ directory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24 total tools available</a:t>
            </a:r>
          </a:p>
        </p:txBody>
      </p:sp>
      <p:pic>
        <p:nvPicPr>
          <p:cNvPr id="5" name="Picture 4" descr="nov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✨ Complete Feature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Backend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DeepAgents with Python 3.11+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Dynamic subagent summoning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24 tools (core, subagent, planning)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Long-term memory persistence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Source tracking &amp; citation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Multi-source intelligence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Web search (Tavily)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PDF upload &amp; processing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ChromaDB vector database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Django 5.0 + DRF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PostgreSQL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Frontend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React 18.2 + Modern hooks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Real-time streaming responses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Cursor-style thinking display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Voice interface (Web Speech API)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Audio visualization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Conversation sidebar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Context monitor (0.0% tracker)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PWA support (iOS/Android)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Purple gradient theme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Mobile responsive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Markdown rendering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🚀 How Cursor Accelerated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AI pair programming throughout entire project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DeepAgents migration - Cursor guided architecture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Tool creation - 24 tools generated with prompts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Subagent implementation - 4 specialized agents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Frontend components - React code generation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Avatar service integration - TTS + lip-sync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Bug fixing - Instant solutions to 100+ bugs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Documentation - 50+ auto-generated docs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Refactoring - Code quality improvements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Result: 10x faster development cycle</a:t>
            </a:r>
          </a:p>
        </p:txBody>
      </p:sp>
      <p:pic>
        <p:nvPicPr>
          <p:cNvPr id="5" name="Picture 4" descr="nova_chat_ty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🔧 24 Tools = 3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Core Tools (15)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search_knowledge_base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search_uploaded_documents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tavily_search &amp; tavily_research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search_web &amp; search_web_for_market_data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search_one_development_website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scrape_webpage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download_and_read_pdf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fetch_project_brochure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get_project_details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find_and_read_brochure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get_dubai_market_context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get_user_context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save_user_information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Subagent &amp; Planning (9)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Subagent Tools (4):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• deep_research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• analyze_pricing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• compare_properties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• guide_buyer_journey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Planning Tools (5):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• plan_research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• summarize_findings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• verify_information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• identify_user_intent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• check_conversation_context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🤖 4 Dynamic Subagents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1. Research Agent 🔬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Deep multi-source research, market analysis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5 tools: deep_research, tavily, knowledge_base, web, context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2. Pricing Agent 💰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Pricing analysis, ROI calculations, payment plans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3 tools: analyze_pricing, market_context, data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3. Comparison Agent ⚖️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Compare areas, projects, property types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3 tools: compare_properties, market_context, analysis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4. Buyer Journey Agent 🗺️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Step-by-step purchase guidance for different buyer types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2 tools: guide_buyer_journey, context</a:t>
            </a:r>
          </a:p>
        </p:txBody>
      </p:sp>
      <p:pic>
        <p:nvPicPr>
          <p:cNvPr id="5" name="Picture 4" descr="nova_chat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🎨 Frontend Built with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React 18.2 - Modern component architecture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Real-time streaming - Server-Sent Events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Cursor-style thinking - 'Thought for Xs' display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Voice interface - Web Speech API integration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Audio visualization - Canvas API waveforms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Conversation sidebar - Session management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Context monitor - Token usage tracker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Purple gradient theme - One Development brand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PWA support - Installable on mobile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Responsive design - Grid/Flexbox layouts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All built with Cursor code generation!</a:t>
            </a:r>
          </a:p>
        </p:txBody>
      </p:sp>
      <p:pic>
        <p:nvPicPr>
          <p:cNvPr id="5" name="Picture 4" descr="02_luna_full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🎭 Avatar Service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Technologies: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OpenAI TTS - Natural voice synthesis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SadTalker - Lip-sync generation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FastAPI - High-performance server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GPU acceleration - CUDA support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Features: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Text-to-video generation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Real-time lip-sync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Multiple voices available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Video streaming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Caching for performance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Integrated with Django backend via proxy</a:t>
            </a:r>
          </a:p>
        </p:txBody>
      </p:sp>
      <p:pic>
        <p:nvPicPr>
          <p:cNvPr id="5" name="Picture 4" descr="05_luna_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📊 Admin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Custom Django Admin Panel: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PDF upload &amp; automatic processing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Knowledge base management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Conversation history viewer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Suggested questions editor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User analytics dashboard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Data Ingestion: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Web scraping (oneuae.com)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PDF document processing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ChromaDB vector embeddings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Semantic search indexing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All admin UI built with Cursor assistance</a:t>
            </a:r>
          </a:p>
        </p:txBody>
      </p:sp>
      <p:pic>
        <p:nvPicPr>
          <p:cNvPr id="5" name="Picture 4" descr="04_luna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🎯 Key Features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Intelligence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Multi-source research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Source citation &amp; verification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Dynamic subagent summoning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Long-term memory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Context-aware responses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Intent classification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Entity extraction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Semantic search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Real-time web search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Market data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Real-time streaming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Thinking display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Voice chat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Audio visualization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Conversation history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Context monitor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Suggested questions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Mobile responsive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PWA installable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Beautiful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📅 Development Journey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Initial LangGraph agent - Basic chatbot (Nov 2025)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1920240"/>
            <a:ext cx="0" cy="50292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242316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7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2316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Multi-source tools - Web search, PDFs, knowledge base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2834639"/>
            <a:ext cx="0" cy="502921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8327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3756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Admin panel - PDF uploads &amp; management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3749039"/>
            <a:ext cx="0" cy="50292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1520" y="4251959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97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51959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Avatar service - OpenAI TTS + SadTalker integration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40" y="4663440"/>
            <a:ext cx="0" cy="502919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1520" y="5166359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66359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Frontend improvements - Streaming, voice, thinking display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" y="5577840"/>
            <a:ext cx="0" cy="502919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31520" y="6080759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61264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6080759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DeepAgents migration - Cleaner architecture (Dec 2 2025)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5840" y="6492240"/>
            <a:ext cx="0" cy="502919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31520" y="6995159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70408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6995159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Subagent implementation - 4 specialized agents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840" y="7406640"/>
            <a:ext cx="0" cy="50292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1520" y="790956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7955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790956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Source citation - Verification system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5840" y="8321040"/>
            <a:ext cx="0" cy="50292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31520" y="882396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8869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882396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Full deployment - AWS EC2 production (Current)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💡 Cursor Workflow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1. Describe Feature: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'Add dynamic subagent summoning with DeepAgents'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2. Cursor Generates: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✅ Complete tool functions (summon_research_agent, etc.)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✅ Integration with existing architecture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✅ Error handling &amp; logging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3. Iterate &amp; Refine: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• Test the implementation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• Fix edge cases with Cursor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• Optimize performance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4. Document Automatically: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• Cursor generates markdown docs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• API documentation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• Code comments</a:t>
            </a:r>
          </a:p>
        </p:txBody>
      </p:sp>
      <p:pic>
        <p:nvPicPr>
          <p:cNvPr id="5" name="Picture 4" descr="nova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📊 Project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Development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Development time: ~3 months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Lines of code: 15,000+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Features delivered: 25+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Bugs fixed (with Cursor): 100+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Documentation pages: 50+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Test coverage: 80%+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API endpoints: 15+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Tools created: 24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Subagents: 4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Uptime: 99.9%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24/7 customer support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Instant lead qualification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Response time: &lt;2 seconds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Multi-language ready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Scalable architecture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Cost-effective AI solution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Competitive advantage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Modern user experience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Mobile accessibility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Data-driven insights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📁 Repository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OneDevelopment-Agent/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├── backend/ - Django + DeepAgents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│   ├── agent/ - Luna implementation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│   ├── api/ - REST endpoints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│   └── config/ - Settings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├── frontend/ - React 18.2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│   ├── src/components/ - UI components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│   └── src/services/ - API integration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├── avatar_service/ - TTS + Lip-sync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├── screenshots/ - UI captures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├── memories/ - Long-term storage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└── 50+ documentation files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All built iteratively with Cursor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🔮 Future Roadmap with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Q1 2026: Sales Agent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Lead qualification &amp; conversion automation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Q2 2026: Support Agent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Advanced 24/7 customer service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Q3 2026: Research Agent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Market intelligence platform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Q4 2026: Matching Agent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AI-powered property recommendations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2027: Multi-Agent Orchestration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Agents working together seamlessly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All using Cursor for 10x faster development</a:t>
            </a:r>
          </a:p>
        </p:txBody>
      </p:sp>
      <p:pic>
        <p:nvPicPr>
          <p:cNvPr id="5" name="Picture 4" descr="nova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💭 Lessons Learned with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What worked incredibly well: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Architecture decisions - Cursor suggested DeepAgents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Code generation - Saved 100s of hours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Bug fixing - Instant solutions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Documentation - Auto-generated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Refactoring - Improved code quality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Best practices discovered: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Clear, specific prompts = better code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Iterate in small, testable steps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Always review generated code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Use Cursor for patterns, not just code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Combine AI with human expertise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Cursor = Game Changer for AI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🎉 Impact &amp;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Luna Development with Cursor: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10x faster development cycle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15,000+ lines of high-quality code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25+ features in 3 months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Complete migration to DeepAgents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Production-ready deployment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50+ documentation files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OneDevelopment positioned as: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AI innovation leader in UAE real estate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Cutting-edge customer experience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• Scalable, maintainable codebase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Cursor + DeepAgents = Perfect Combination 🚀</a:t>
            </a:r>
          </a:p>
        </p:txBody>
      </p:sp>
      <p:pic>
        <p:nvPicPr>
          <p:cNvPr id="5" name="Picture 4" descr="01_lun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 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6BF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