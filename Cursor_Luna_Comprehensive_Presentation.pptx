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🌙 Luna - OneDevelopment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966BFC"/>
                </a:solidFill>
              </a:defRPr>
            </a:pPr>
            <a:r>
              <a:t>Complete AI Platform Built with Cursor |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📋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Full-stack AI agent platform for One Development (UAE)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Built entirely using Cursor AI pair programming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~15,000+ lines of code across backend + frontend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Production-ready deployment on AWS EC2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streaming responses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Multi-source intelligence system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Voice interface with TTS/avatar support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Context-aware memory management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🌙 What is Luna?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AI research agent for One Development real estate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DeepAgents architecture - 4 core characteristics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Dynamic subagent summoning (not hardcoded!)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Long-term memory persistence across sessions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Multi-source search (web, knowledge base, PDFs)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streaming with thinking display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Source citation and verification system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Never says 'I don't know' - always finds answers</a:t>
            </a:r>
          </a:p>
        </p:txBody>
      </p:sp>
      <p:pic>
        <p:nvPicPr>
          <p:cNvPr id="5" name="Picture 4" descr="nov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Backend (Python)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Django 5.0 + Django REST Framework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DeepAgents library (official)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LangGraph for workflow orchestration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OpenAI GPT-4o-mini / GPT-4o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PostgreSQL + ChromaDB (vector)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Celery for async tasks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LangSmith for observability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BeautifulSoup + Scrapy for scraping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Frontend (JavaScript)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React 18.2 with modern hooks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Real-time SSE streaming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Web Speech API for voice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Canvas API for audio visualization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PWA support (iOS/Android)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Responsive CSS Grid/Flexbox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ReactMarkdown for formatting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UUID for session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🧠 DeepAgents 4 Core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1. Planning Tools ✅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plan_research, summarize_findings, verify_information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identify_user_intent, check_conversation_context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2. File System ✅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FilesystemMiddleware + InMemoryStore for persistence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3. Subagents ✅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4 specialists: Research, Pricing, Comparison, Buyer Journey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Dynamic summoning via tools (not hardcoded!)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4. System Prompt ✅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   Comprehensive behavior + tool strategy + decision trees</a:t>
            </a:r>
          </a:p>
        </p:txBody>
      </p:sp>
      <p:pic>
        <p:nvPicPr>
          <p:cNvPr id="5" name="Picture 4" descr="nova_cha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⚙️ Backend Components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Core Agent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luna_deepagent.py - Main DeepAgent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streaming_agent.py - Real-time response streaming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subagents.py - 4 specialized subagents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Tools &amp;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tools.py - 15+ integrated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web_tools.py - Tavily &amp; web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deepagents_tools.py - 5 planning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Data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pdf_processor.py - PDF upload &amp;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data_ingestor.py - Multi-source 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source_tracker.py - Citation tracking</a:t>
            </a:r>
          </a:p>
        </p:txBody>
      </p:sp>
      <p:pic>
        <p:nvPicPr>
          <p:cNvPr id="16" name="Picture 15" descr="02_luna_full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⚙️ Backend Components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Memory &amp;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memory_manager.py - Long-term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context_monitor.py - Token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verification_guardrails.py - Fact checking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API &amp;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views.py - REST API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admin.py - Django admin customization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models.py - Database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D3EE"/>
                </a:solidFill>
              </a:defRPr>
            </a:pPr>
            <a:r>
              <a:t>Database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Conversation, Message, KnowledgeBase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✓ AgentMemory, SuggestedQuestion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🎨 Frontend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LunaFreeInterface.js (2100+ lines)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ChatInterface.js - Core chat logic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ChatInterfaceWithSidebar.js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Sidebar.js - Conversation history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App.js - Main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Features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Real-time streaming responses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Cursor-style thinking display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Conversation history sidebar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Context monitor widget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Voice input/output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Audio visualization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Responsive design (mobile/tablet)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PWA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💬 Conversation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Persistent conversation history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Multiple chat sessions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New conversation button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Delete individual/all conversations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Auto-save conversations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Resume previous chats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Session-based memory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Context preservation</a:t>
            </a:r>
          </a:p>
        </p:txBody>
      </p:sp>
      <p:pic>
        <p:nvPicPr>
          <p:cNvPr id="5" name="Picture 4" descr="nova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📊 Context Monitor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token usage tracking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Visual progress indicator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Context window percentage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Auto-context management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Warning at high usage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Helps maintain conversation quality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Prevents context overflow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Backend API endpoint integration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🎭 Avatar Service (Talking Luna)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TTS Options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OpenAI TTS (high quality)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Edge TTS (free alternative)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Multiple voice options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Audio streaming support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Temp audio file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Lip-Sync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SadTalker integration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Wav2Lip support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LivePortrait option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GPU acceleration (CUDA)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Real-time video generation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AWS GPU deployment ready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Windows + Linux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🎤 Voice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Web Speech API integration (100% free)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Voice input - speech to text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Voice output - text to speech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Audio waveform visualization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CSS-powered lip-sync simulation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Multiple TTS voice options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Browser-native implementation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No paid API required for basic voice</a:t>
            </a:r>
          </a:p>
        </p:txBody>
      </p:sp>
      <p:pic>
        <p:nvPicPr>
          <p:cNvPr id="5" name="Picture 4" descr="04_luna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🔍 Multi-Source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Knowledge base search (ChromaDB vectors)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Web search (Tavily AI-optimized)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PDF document search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Property portal integration (future)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One Development website scraping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Market data context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Dubai real estate intelligence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Source tracking &amp; citation</a:t>
            </a:r>
          </a:p>
        </p:txBody>
      </p:sp>
      <p:pic>
        <p:nvPicPr>
          <p:cNvPr id="5" name="Picture 4" descr="nov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📚 Source Tracking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Automatic source extraction from tools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Inline citations in responses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Clickable source links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Perplexity/Copilot-style citations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Web search result attribution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Knowledge base source tracking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Verification guardrails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Fact-checking integration</a:t>
            </a:r>
          </a:p>
        </p:txBody>
      </p:sp>
      <p:pic>
        <p:nvPicPr>
          <p:cNvPr id="5" name="Picture 4" descr="nova_chat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📱 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Desktop (1920px+)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Laptop (1280px)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Tablet (768px)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Mobile (390px)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PWA support - installable app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iOS &amp; Android icons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Touch-friendly interface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Adaptive layouts</a:t>
            </a:r>
          </a:p>
        </p:txBody>
      </p:sp>
      <p:pic>
        <p:nvPicPr>
          <p:cNvPr id="5" name="Picture 4" descr="04_luna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🚀 How Cursor Accelerated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AI pair programming throughout project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Rapid prototyping - ideas to code in hours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Complex function generation from prompts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Architecture design assistance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Bug fixing and debugging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Auto-generated documentation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Code refactoring and optimization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Test case generation</a:t>
            </a:r>
          </a:p>
        </p:txBody>
      </p:sp>
      <p:pic>
        <p:nvPicPr>
          <p:cNvPr id="5" name="Picture 4" descr="nova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💡 Cursor Development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1. Describe feature → Cursor generates code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2. Iterate with prompts → Refine implementation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3. Test and debug → Cursor suggests fixes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4. Review and optimize → Improve quality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5. Document → Auto-generate explanations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Example: DeepAgents Integration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Generated complete luna_deepagent.py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Created all 4 subagents dynamically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Implemented 5 planning tools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Auto-documented all features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📁 Key Files Created with Cursor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Backend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luna_deepagent.py (687 lines)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streaming_agent.py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deepagents_tools.py (241 lines)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subagents.py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tools.py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web_tools.py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source_tracker.py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context_monitor.py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Frontend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LunaFreeInterface.js (2100 lines)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ChatInterface.js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Sidebar.js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LunaFreeInterface.css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ChatInterface.css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services/api.js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📖 Documentation Generated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50+ documentation files created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README.md - Full project overview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DEEPAGENTS-4-CHARACTERISTICS.md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ARCHITECTURE.md - System design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SETUP.md - Installation guide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DEPLOYMENT.md - AWS deployment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AVATAR_SERVICE/ - TTS guides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All generated with Cursor assistance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📊 Key Metrics &amp;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Development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Development time: ~3 months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Lines of code: 15,000+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Backend files: 20+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Frontend components: 10+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Documentation pages: 50+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Avatar service files: 30+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Tools integrated: 15+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Platform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24/7 availability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Response time: &lt;2s average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Multi-language ready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Mobile responsive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Voice enabled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Context-aware memory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Source-verified answers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🔮 Future Plans: Agent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Build specialized agents using Cursor: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1. Sales Agent - Lead qualification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2. Support Agent - 24/7 automation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3. Research Agent - Market analysis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4. Matching Agent - Property recommendations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5. Advisor Agent - ROI analysis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All sharing DeepAgents architecture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Unified knowledge base and memory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Consistent API interface</a:t>
            </a:r>
          </a:p>
        </p:txBody>
      </p:sp>
      <p:pic>
        <p:nvPicPr>
          <p:cNvPr id="5" name="Picture 4" descr="05_luna_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🎉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Complete AI platform built with Cursor: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Full-stack implementation (Django + React)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DeepAgents architecture with 4 characteristics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Avatar service with TTS and lip-sync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Voice interface (free Web Speech API)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Multi-source intelligence system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✅ Production deployed on AWS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Cursor + DeepAgents = Game Changer 🚀</a:t>
            </a: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FFFFFF"/>
                </a:solidFill>
              </a:defRPr>
            </a:pPr>
            <a:r>
              <a:t>• One Development positioned as AI leader</a:t>
            </a:r>
          </a:p>
        </p:txBody>
      </p:sp>
      <p:pic>
        <p:nvPicPr>
          <p:cNvPr id="5" name="Picture 4" descr="nov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188720"/>
            <a:ext cx="6858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966BFC"/>
                </a:solidFill>
              </a:defRPr>
            </a:pPr>
            <a:r>
              <a:t>Questions? | github.com/OneDevelopment-Agent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